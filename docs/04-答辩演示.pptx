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188720"/>
            <a:ext cx="5120640" cy="5120640"/>
          </a:xfrm>
          <a:prstGeom prst="ellipse">
            <a:avLst/>
          </a:prstGeom>
          <a:solidFill>
            <a:srgbClr val="2E7D5B">
              <a:alpha val="28000"/>
            </a:srgbClr>
          </a:solidFill>
          <a:ln w="12700">
            <a:solidFill>
              <a:srgbClr val="0F2E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840480"/>
            <a:ext cx="3291840" cy="329184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0F2E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FB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专业综合实践 · 课程设计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健身打卡社交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移动端系统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D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客户端 + Javalin REST 服务端 ｜ 离线优先 · 在线社交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团队成员：〔姓名A〕  〔姓名B〕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A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五邑大学 · 通信工程（计算机网络通信） · 2026.10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选题：运动打卡 × 社交 × 离线同步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大纲参考选题的两个方向的融合实践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E7F4EE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大纲参考选题命中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「运动打卡社交移动端系统」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打卡 + 排行榜 + 好友动态 + 点赞关注，构成完整社交闭环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「移动端离线-在线数据同步系统」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 SQLite 先写、异步上云、断网降级，数据零丢失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72200" y="1737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086600" y="179222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弱网/断网如何不丢打卡数据？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172200" y="30358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086600" y="30906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轻量 REST 协议如何支撑社交？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433425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86600" y="4389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有限周期内如何保证工程质量？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需求分析：5 大模块 · 11 项功能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围绕「打卡 → 统计 → 激励 → 分享」主线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账号模块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487168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 / 登录 / 找回密码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在线认证 + 离线回退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PBKDF2 加盐哈希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61488" y="178308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368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打卡模块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44368" y="2487168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种运动类型 · 计时器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目标时长 · 备注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打卡上云同步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44368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0056" y="178308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2936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统计模块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02936" y="2487168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今日 / 累计 / 连续天数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按日期筛选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删除与清空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02936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78624" y="178308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1504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社交模块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61504" y="2487168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周榜 / 总榜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好友动态流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点赞 · 关注 · 搜索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61504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37192" y="178308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0072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体验模块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20072" y="2487168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真实计步传感器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Lottie 动画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离线降级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720072" y="4434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534924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非功能需求：性能（主线程零 IO） ｜ 可靠（离线降级） ｜ 安全（哈希 + 参数化 SQL） ｜ 兼容 Android 7.0+ ｜ 服务端零安装部署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总体架构：C/S + 本地优先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客户端本地库是打卡数据的第一事实来源，服务端承载多用户共享数据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566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751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57400" y="19751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 打卡 统计 社区 我的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807208"/>
            <a:ext cx="3566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9077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57400" y="29077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记录 · 统计 · 同步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739896"/>
            <a:ext cx="3566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840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ApiClient（REST 封装）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672584"/>
            <a:ext cx="3566160" cy="786384"/>
          </a:xfrm>
          <a:prstGeom prst="roundRect">
            <a:avLst>
              <a:gd name="adj" fmla="val 9302"/>
            </a:avLst>
          </a:prstGeom>
          <a:solidFill>
            <a:srgbClr val="E7F4EE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7731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本地存储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57400" y="47731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 · 2 张表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客户端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17720" y="3200400"/>
            <a:ext cx="1463040" cy="5029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7249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 + REST + JSON（UTF-8）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1874520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9751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路由层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0" y="19751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Javalin · 异常统一处理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2807208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9077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55280" y="29077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认证/记录/排行/动态/关注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3739896"/>
            <a:ext cx="4206240" cy="786384"/>
          </a:xfrm>
          <a:prstGeom prst="roundRect">
            <a:avLst>
              <a:gd name="adj" fmla="val 9302"/>
            </a:avLst>
          </a:prstGeom>
          <a:solidFill>
            <a:srgbClr val="E7F4EE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840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55280" y="3840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sqlite-jdbc · 参数化 SQL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Javalin REST 服务端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个 API 端点 · 统一 {code, message} 响应 ｜ 服务端存储：users / sport_records / likes / follows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网络协议设计：REST + JSON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HTTP/1.1 · UTF-8 · 客户端超时 5s/8s · 网络不可达与业务失败两级处理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统一响应格式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4297680" cy="2651760"/>
          </a:xfrm>
          <a:prstGeom prst="rect">
            <a:avLst/>
          </a:prstGeom>
          <a:solidFill>
            <a:srgbClr val="12281F"/>
          </a:solidFill>
          <a:ln w="12700">
            <a:solidFill>
              <a:srgbClr val="1228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D5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"code": 0,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D5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"登录成功",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D5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"username": "xiaoming",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D5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"nickname": "小明"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D5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错误：HTTP 401 +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D5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"code": 401,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8D5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"账号或密码错误" 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892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设计要点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5257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2xx + code==0 为成功；错误透传语义化状态码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数组接口直接返回 JSON 数组（feed/leaderboard/search）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点赞/关注为幂等 toggle，重复请求结果稳定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57800" y="15727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个 API 端点（核心 7 个）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57800" y="2011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/api/register · /api/login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464040" y="2011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账号认证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2487168"/>
            <a:ext cx="6400800" cy="0"/>
          </a:xfrm>
          <a:prstGeom prst="line">
            <a:avLst/>
          </a:prstGeom>
          <a:noFill/>
          <a:ln w="9525">
            <a:solidFill>
              <a:srgbClr val="DCE7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25786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/api/records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464040" y="25786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打卡上云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57800" y="3054096"/>
            <a:ext cx="6400800" cy="0"/>
          </a:xfrm>
          <a:prstGeom prst="line">
            <a:avLst/>
          </a:prstGeom>
          <a:noFill/>
          <a:ln w="9525">
            <a:solidFill>
              <a:srgbClr val="DCE7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31455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/api/leaderboard?days=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464040" y="31455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周榜 / 总榜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57800" y="3621024"/>
            <a:ext cx="6400800" cy="0"/>
          </a:xfrm>
          <a:prstGeom prst="line">
            <a:avLst/>
          </a:prstGeom>
          <a:noFill/>
          <a:ln w="9525">
            <a:solidFill>
              <a:srgbClr val="DCE7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37124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/api/feed?username=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464040" y="37124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好友动态流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57800" y="4187952"/>
            <a:ext cx="6400800" cy="0"/>
          </a:xfrm>
          <a:prstGeom prst="line">
            <a:avLst/>
          </a:prstGeom>
          <a:noFill/>
          <a:ln w="9525">
            <a:solidFill>
              <a:srgbClr val="DCE7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42793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/api/records/{id}/like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64040" y="4279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点赞（幂等）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57800" y="4754880"/>
            <a:ext cx="6400800" cy="0"/>
          </a:xfrm>
          <a:prstGeom prst="line">
            <a:avLst/>
          </a:prstGeom>
          <a:noFill/>
          <a:ln w="9525">
            <a:solidFill>
              <a:srgbClr val="DCE7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4846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/api/follows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64040" y="4846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关注（幂等）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57800" y="5321808"/>
            <a:ext cx="6400800" cy="0"/>
          </a:xfrm>
          <a:prstGeom prst="line">
            <a:avLst/>
          </a:prstGeom>
          <a:noFill/>
          <a:ln w="9525">
            <a:solidFill>
              <a:srgbClr val="DCE7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54132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/api/users/search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464040" y="54132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搜索（带 following 状态）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57800" y="5888736"/>
            <a:ext cx="6400800" cy="0"/>
          </a:xfrm>
          <a:prstGeom prst="line">
            <a:avLst/>
          </a:prstGeom>
          <a:noFill/>
          <a:ln w="9525">
            <a:solidFill>
              <a:srgbClr val="DCE7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数据库设计：双库协同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客户端本地库（离线事实来源） + 服务端共享库（多用户数据）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客户端  fitness_check_in.db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user_info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username(唯一) · password(哈希)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nickname · avatar_path · create_time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4290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sport_record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593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sport_type · duration · calorie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create_time · username · remark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  fitness_server.db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4414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username(唯一) · password_hash(salt$hash)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nickname · create_time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30175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108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sport_records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34472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username · sport_type · duration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calorie · create_time · remark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402336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44531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record_id · username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UNIQUE(record_id, username) ← 点赞幂等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502920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5458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follower · followee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UNIQUE(follower, followee) ← 关注幂等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0533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设计说明：唯一约束在数据库层保证点赞/关注幂等；密码仅存 PBKDF2 加盐哈希，全链路参数化 SQL 防注入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 ① 打卡与统计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从计时到上云的完整链路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种运动类型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4612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种计时状态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天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8932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连续打卡统计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93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40416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选择类型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90472" y="3675888"/>
            <a:ext cx="201168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3429000"/>
            <a:ext cx="502920" cy="5029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3493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40416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计时训练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25112" y="3675888"/>
            <a:ext cx="201168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3429000"/>
            <a:ext cx="502920" cy="5029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493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80760" y="40416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本地入库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59752" y="3675888"/>
            <a:ext cx="201168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72600" y="34290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3493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15400" y="40416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异步上云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8920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体验细节：目标时长提醒 ｜ 卡路里估算 ｜ 硬件计步（TYPE_STEP_COUNTER）｜ 保存成功 Lottie 庆祝动画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5440680"/>
            <a:ext cx="11183112" cy="685800"/>
          </a:xfrm>
          <a:prstGeom prst="roundRect">
            <a:avLst>
              <a:gd name="adj" fmla="val 10667"/>
            </a:avLst>
          </a:prstGeom>
          <a:solidFill>
            <a:srgbClr val="E7F4EE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57784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关键点：第 3 步成功即反馈用户，第 4 步在后台进行——网络异常不影响已保存的记录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 ② 社区社交闭环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排行榜 → 发现好友 → 关注 → 动态可见 → 点赞 → 取消可见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排行榜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本周榜 / 总榜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 SQL 时间窗参数切换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按时长排名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种榜单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好友动态流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24231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只显示「自己 + 已关注」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下拉刷新 + 15 秒轮询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弱网不清空已有数据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01000" y="16916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5320" y="24231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点赞幂等切换（爱心动画）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关注/取关幂等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搜索带实时关注状态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±1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" y="502920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关键设计：动态流条件 WHERE username=? OR username IN (SELECT followee FROM follows WHERE follower=?)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取消关注后对方动态即时消失；「发现好友」保证任何时刻都能重新关注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关键技术：离线-在线数据同步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本地优先 · 异步上云 · 断网零丢失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用户保存打卡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29000" y="2514600"/>
            <a:ext cx="1005840" cy="365760"/>
          </a:xfrm>
          <a:prstGeom prst="rightArrow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201168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2128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 SQLite 事务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D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成功即刻反馈用户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43800" y="2514600"/>
            <a:ext cx="1005840" cy="365760"/>
          </a:xfrm>
          <a:prstGeom prst="rightArrow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201168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2331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异步 POST 上云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04120" y="3383280"/>
            <a:ext cx="0" cy="822960"/>
          </a:xfrm>
          <a:prstGeom prst="line">
            <a:avLst/>
          </a:prstGeom>
          <a:noFill/>
          <a:ln w="19050">
            <a:solidFill>
              <a:srgbClr val="6B7F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42062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7F4EE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4315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成功：进入动态流 / 排行榜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4681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失败：仅提示「已保存本地」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设计价值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56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断网/弱网完全可用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打卡数据零丢失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网络恢复后自动续传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技术选型：6 组方案对比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每组比较备选方案并说明取舍理由（详见总体设计方案）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393192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19456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决策点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备选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选定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理由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服务端框架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Spring Boot / 手写 HttpServer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5C4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Javalin 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轻量、启动&lt;1s、HTTP语义透明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客户端网络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Retrofit / OkHttp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5C4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HttpURLConnection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内置零依赖、协议可控可测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服务端存储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MySQL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5C4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SQLite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零安装单文件、与客户端同源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密码安全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明文 / MD5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5C4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PBKDF2+盐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抗彩虹表、JDK 内置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实时方案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WebSocket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5C4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REST 轮询 15s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秒级体验、复杂度可控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 动画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GIF / 属性动画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5C4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Lottie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矢量 KB 级、任意缩放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测试与验证：证据链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自动化测试 + 接口联调 + 双环境验证 + 数据一致性核验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11/11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 集成测试通过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37560" y="1645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33756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种子用户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2200" y="1645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17220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条打卡记录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006840" y="1645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00684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种运行环境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测试覆盖（自动化）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注册/登录/错误密码 401 ｜ 重复注册 409 ｜ 密码哈希断言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打卡→排行榜聚合 ｜ 点赞幂等 ±1 ｜ 关注→动态流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未关注者不可见 ｜ 搜索排除自己并支持昵称 ｜ 非法参数 400 ｜ 删除/清空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真机验证（Redmi · Android 11）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474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在线登录 · 打卡上云 · 点赞动画 · 关注闭环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真实计步传感器（模拟器为 0 属预期）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UTF-8 全链路码点级核验，无乱码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12064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E7F4EE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85232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结论：功能全部完成；榜单口径（周榜 vs 总榜）在同一数据集下呈现差异化排名，验证时间窗聚合正确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多维约束评估与创新点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目标2：方案经得起法律、健康、安全、文化、环境与成本审视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20240" y="1645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最小必要：头像不上传，仅同步必要数据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3591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23591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目标时长 + 勋章激励，引导循序渐进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0723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30723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PBKDF2 哈希 · 参数化 SQL · 参数校验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7856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37856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全中文文案，正向激励而非羞辱式对比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498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20240" y="44988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服务端轻量单机，页面不可见即停轮询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5212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成本/市场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5212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开源零授权费，自托管零云成本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2295144"/>
            <a:ext cx="182880" cy="1828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离线优先同步：本地事务即反馈，网络同步异步化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182880" cy="1828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3017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零依赖网络层：手写 REST 封装，链路完全可解释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4032504"/>
            <a:ext cx="182880" cy="1828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886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轻量实时方案：轮询 + 节流 + 可见性感知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0" y="4901184"/>
            <a:ext cx="182880" cy="1828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754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情感化交互：Lottie 矢量动画强化正向反馈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团队分工与进度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两人协作 · 五阶段推进 · 每阶段有可验收交付物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〔姓名A〕 · 项目负责人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客户端全模块 + 服务端 API；需求与方案撰写；进度协调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6002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〔姓名B〕 · 模块负责人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63640" y="2148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服务端数据层 + 集成测试 + 联调支持 + 文档整理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选题分工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44168" y="4023360"/>
            <a:ext cx="160020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81528" y="379476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008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总体方案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48456" y="4023360"/>
            <a:ext cx="160020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85816" y="379476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4376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82896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模块开发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52744" y="4023360"/>
            <a:ext cx="160020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90104" y="379476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9866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87184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集成联调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57032" y="4023360"/>
            <a:ext cx="160020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94392" y="37947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F8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02952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91472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演示答辩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51663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协作机制：关键设计共同评审 · 代码互查 · 每阶段末对照评分标准自查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1920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D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一套可运行、可演示、可部署的移动互联系统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331012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客户端 + 服务端 + 12 API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离线同步 + 社交闭环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97680" y="331012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项集成测试全通过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真机与模拟器双环境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92440" y="331012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 · API 文档 · 报告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8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一键启动脚本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846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改进方向：Token 鉴权 · WebSocket 推送 · 客户端单元测试 · HTTPS · 头像对象存储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 · 请各位老师批评指正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健身打卡社交移动端系统 - 答辩演示</dc:title>
  <dc:subject>PptxGenJS Presentation</dc:subject>
  <dc:creator>FitnessCheckInApp Team</dc:creator>
  <cp:lastModifiedBy>FitnessCheckInApp Team</cp:lastModifiedBy>
  <cp:revision>1</cp:revision>
  <dcterms:created xsi:type="dcterms:W3CDTF">2026-10-24T16:12:21Z</dcterms:created>
  <dcterms:modified xsi:type="dcterms:W3CDTF">2026-10-24T16:12:21Z</dcterms:modified>
</cp:coreProperties>
</file>